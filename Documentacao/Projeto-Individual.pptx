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57" r:id="rId4"/>
    <p:sldId id="272" r:id="rId5"/>
    <p:sldId id="271" r:id="rId6"/>
    <p:sldId id="268" r:id="rId7"/>
    <p:sldId id="270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D5B0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55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4F572-0607-2109-4DA8-E36922646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39FF0-70C1-8FC1-18CD-22729EF32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AE766-57BC-B042-AC59-09FE8033A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BE70E-2601-8E84-4414-8A4589ECF7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18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4B548-F4CB-B832-09C6-8866DAAD9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32168-FB1C-3DF1-EBFD-E376E662B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B22CC-58D4-EC5E-510B-6A0D68C03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D3868-96A7-5407-05BE-3920B6FE9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50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06B84-AADD-AA88-6C19-3C5A99D4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0CD92-85D0-48A7-72BA-6092E75D3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1288B-C5CD-6A1E-0781-ED67936EA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2D37C-EB2B-7CC7-70EE-7BF3C35E6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46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05736-E50A-E166-0C1F-C00A5C6A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8D5D9-3769-8F0B-D061-8BEFBF46F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14D8C-B6A4-6206-77FE-914091E17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76898-58C4-2F45-7D03-04D019DC2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2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71A4D-FBCB-BE33-0EED-322C8767D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B16AE-9C79-C205-EDD9-5FD3A456D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B4657-6857-C399-5489-11432A05F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CEA8B-FE32-C9CB-8AAB-0ADB6AFA2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02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ngança e reconciliação em “The Last of Us parte 2”">
            <a:extLst>
              <a:ext uri="{FF2B5EF4-FFF2-40B4-BE49-F238E27FC236}">
                <a16:creationId xmlns:a16="http://schemas.microsoft.com/office/drawing/2014/main" id="{5488E9BC-505C-6754-AA7C-31A595FED7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4455" r="34997" b="-1"/>
          <a:stretch>
            <a:fillRect/>
          </a:stretch>
        </p:blipFill>
        <p:spPr bwMode="auto">
          <a:xfrm>
            <a:off x="4443984" y="0"/>
            <a:ext cx="4700016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19421"/>
            <a:ext cx="4389120" cy="5143500"/>
          </a:xfrm>
          <a:prstGeom prst="rect">
            <a:avLst/>
          </a:prstGeom>
          <a:solidFill>
            <a:srgbClr val="111A0F"/>
          </a:solidFill>
          <a:ln w="12700">
            <a:solidFill>
              <a:srgbClr val="111A0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7CB97E"/>
          </a:solidFill>
          <a:ln w="12700">
            <a:solidFill>
              <a:srgbClr val="7CB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1434" y="1875520"/>
            <a:ext cx="592337" cy="48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CB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6028" y="1719572"/>
            <a:ext cx="238391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OF 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359152"/>
            <a:ext cx="3291840" cy="36576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8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you're lost in the darkness, look for the light.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389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 Original Series  ·  Based on the 2013 Video Game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802010" y="4588184"/>
            <a:ext cx="22367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Pedro Rosario Cardoso</a:t>
            </a:r>
            <a:endParaRPr lang="en-US" sz="14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6D5B16EA-5E2F-BAC4-60F4-E637BCEC6554}"/>
              </a:ext>
            </a:extLst>
          </p:cNvPr>
          <p:cNvSpPr/>
          <p:nvPr/>
        </p:nvSpPr>
        <p:spPr>
          <a:xfrm>
            <a:off x="6343346" y="4888601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RA: 04261025</a:t>
            </a:r>
            <a:endParaRPr lang="en-US" sz="9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F66106BE-E233-0F13-44D3-E99CE46044FF}"/>
              </a:ext>
            </a:extLst>
          </p:cNvPr>
          <p:cNvSpPr/>
          <p:nvPr/>
        </p:nvSpPr>
        <p:spPr>
          <a:xfrm>
            <a:off x="316014" y="7503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00" dirty="0" err="1">
                <a:solidFill>
                  <a:srgbClr val="7CB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</a:t>
            </a:r>
            <a:endParaRPr lang="en-US" sz="32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CACBC31F-C0A6-5DB7-CF4D-2F76E79351F5}"/>
              </a:ext>
            </a:extLst>
          </p:cNvPr>
          <p:cNvSpPr/>
          <p:nvPr/>
        </p:nvSpPr>
        <p:spPr>
          <a:xfrm>
            <a:off x="316014" y="1079492"/>
            <a:ext cx="25050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E572A-EC35-9871-C84F-3DBB3E32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2435D8-539C-625F-6824-2E8DC6E4FA6A}"/>
              </a:ext>
            </a:extLst>
          </p:cNvPr>
          <p:cNvSpPr/>
          <p:nvPr/>
        </p:nvSpPr>
        <p:spPr>
          <a:xfrm>
            <a:off x="914400" y="457200"/>
            <a:ext cx="7315200" cy="4114800"/>
          </a:xfrm>
          <a:prstGeom prst="ellipse">
            <a:avLst/>
          </a:prstGeom>
          <a:solidFill>
            <a:srgbClr val="1E3318">
              <a:alpha val="15000"/>
            </a:srgbClr>
          </a:solidFill>
          <a:ln w="12700">
            <a:solidFill>
              <a:srgbClr val="1E331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18772B-5BB5-D211-DFDB-A6DBE4040BEF}"/>
              </a:ext>
            </a:extLst>
          </p:cNvPr>
          <p:cNvSpPr/>
          <p:nvPr/>
        </p:nvSpPr>
        <p:spPr>
          <a:xfrm>
            <a:off x="731520" y="-110426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Sou Eu?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63910B-1573-A1E2-6E50-DBAB5FDC1A6B}"/>
              </a:ext>
            </a:extLst>
          </p:cNvPr>
          <p:cNvSpPr/>
          <p:nvPr/>
        </p:nvSpPr>
        <p:spPr>
          <a:xfrm>
            <a:off x="731520" y="2331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CB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Last of Us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6C9E4EF-4B86-AEC6-F901-AE076843444A}"/>
              </a:ext>
            </a:extLst>
          </p:cNvPr>
          <p:cNvSpPr/>
          <p:nvPr/>
        </p:nvSpPr>
        <p:spPr>
          <a:xfrm>
            <a:off x="3370882" y="4248086"/>
            <a:ext cx="2402236" cy="45719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F0BA26-3234-4432-13A5-8AD006E8B8DF}"/>
              </a:ext>
            </a:extLst>
          </p:cNvPr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2D5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 · 2023–  ·  Baseado no jogo da Naughty Dog</a:t>
            </a:r>
            <a:endParaRPr lang="en-US" sz="9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5CA0E98E-6E33-DE48-EAF1-AF7E8CB9FFD2}"/>
              </a:ext>
            </a:extLst>
          </p:cNvPr>
          <p:cNvSpPr/>
          <p:nvPr/>
        </p:nvSpPr>
        <p:spPr>
          <a:xfrm>
            <a:off x="3370881" y="1272410"/>
            <a:ext cx="2402237" cy="2975676"/>
          </a:xfrm>
          <a:prstGeom prst="rect">
            <a:avLst/>
          </a:prstGeom>
          <a:solidFill>
            <a:srgbClr val="111A0F"/>
          </a:solidFill>
          <a:ln w="12700">
            <a:solidFill>
              <a:srgbClr val="2D502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038" name="Picture 14" descr="controller.Aluno.nome">
            <a:extLst>
              <a:ext uri="{FF2B5EF4-FFF2-40B4-BE49-F238E27FC236}">
                <a16:creationId xmlns:a16="http://schemas.microsoft.com/office/drawing/2014/main" id="{F7401637-A7EC-7E0E-DC10-F11CB81125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3"/>
          <a:stretch>
            <a:fillRect/>
          </a:stretch>
        </p:blipFill>
        <p:spPr bwMode="auto">
          <a:xfrm>
            <a:off x="3370880" y="1272410"/>
            <a:ext cx="2402237" cy="297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457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96596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i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CONTEXTUALIZAÇÃO</a:t>
            </a:r>
            <a:endParaRPr lang="en-US" sz="2800" dirty="0">
              <a:solidFill>
                <a:srgbClr val="E8D5B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065308" y="105156"/>
            <a:ext cx="694344" cy="635508"/>
          </a:xfrm>
          <a:prstGeom prst="rect">
            <a:avLst/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10144" y="1463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66176" y="164592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IGUALDADE</a:t>
            </a:r>
            <a:endParaRPr lang="en-US" sz="600" dirty="0"/>
          </a:p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GÊNERO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8010144" y="346049"/>
            <a:ext cx="801524" cy="42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♀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32104"/>
            <a:ext cx="8412480" cy="0"/>
          </a:xfrm>
          <a:prstGeom prst="line">
            <a:avLst/>
          </a:prstGeom>
          <a:noFill/>
          <a:ln w="254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solidFill>
            <a:srgbClr val="1A2A14"/>
          </a:solidFill>
          <a:ln w="12700">
            <a:solidFill>
              <a:srgbClr val="1A2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54864" cy="5943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923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2064" y="11064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Last of Us     /     Site Informativo da Franquia</a:t>
            </a:r>
            <a:endParaRPr lang="en-US" sz="1500" dirty="0">
              <a:solidFill>
                <a:srgbClr val="E8D5B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1627632"/>
            <a:ext cx="2715768" cy="3337560"/>
          </a:xfrm>
          <a:prstGeom prst="rect">
            <a:avLst/>
          </a:prstGeom>
          <a:solidFill>
            <a:srgbClr val="152015"/>
          </a:solidFill>
          <a:ln w="12700">
            <a:solidFill>
              <a:srgbClr val="2A3E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50292" cy="33375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" y="1792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" y="2011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Franquia</a:t>
            </a:r>
            <a:endParaRPr lang="en-US" sz="1800" dirty="0">
              <a:solidFill>
                <a:srgbClr val="E8D5B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3776" y="2633472"/>
            <a:ext cx="2395728" cy="0"/>
          </a:xfrm>
          <a:prstGeom prst="line">
            <a:avLst/>
          </a:prstGeom>
          <a:noFill/>
          <a:ln w="9525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06624"/>
            <a:ext cx="2514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of Us é uma franquia da Naughty Dog. O 1º jogo foi lançado em 2013 para PS3, seguido da Parte II em 2020. A história segue Joel e Ellie atravessando os EUA após uma pandemia causada pelo fungo Cordyceps. Em 2023 a HBO lançou uma série de TV, ampliando o público globalmente.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14116" y="1627632"/>
            <a:ext cx="2715768" cy="3337560"/>
          </a:xfrm>
          <a:prstGeom prst="rect">
            <a:avLst/>
          </a:prstGeom>
          <a:solidFill>
            <a:srgbClr val="152015"/>
          </a:solidFill>
          <a:ln w="12700">
            <a:solidFill>
              <a:srgbClr val="2A3E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14116" y="1627632"/>
            <a:ext cx="50292" cy="33375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42132" y="1792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42132" y="2011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</a:t>
            </a:r>
            <a:r>
              <a:rPr lang="en-US" sz="1800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8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</a:t>
            </a:r>
            <a:endParaRPr lang="en-US" sz="1800" dirty="0">
              <a:solidFill>
                <a:srgbClr val="E8D5B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desenvolvido</a:t>
            </a:r>
            <a:endParaRPr lang="en-US" sz="1800" dirty="0">
              <a:solidFill>
                <a:srgbClr val="E8D5B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342132" y="2633472"/>
            <a:ext cx="2395728" cy="0"/>
          </a:xfrm>
          <a:prstGeom prst="line">
            <a:avLst/>
          </a:prstGeom>
          <a:noFill/>
          <a:ln w="9525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42132" y="2706624"/>
            <a:ext cx="2514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 site informativo sobre a franquia com páginas de história, lore e personagens, quiz interativo e sistema de login/cadastro.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Tecnologias: HTML &amp; CSS · JavaScript · MySQL · Trello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62472" y="1627632"/>
            <a:ext cx="2715768" cy="3337560"/>
          </a:xfrm>
          <a:prstGeom prst="rect">
            <a:avLst/>
          </a:prstGeom>
          <a:solidFill>
            <a:srgbClr val="152015"/>
          </a:solidFill>
          <a:ln w="12700">
            <a:solidFill>
              <a:srgbClr val="2A3E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62472" y="1627632"/>
            <a:ext cx="50292" cy="33375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90488" y="1792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90488" y="2011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</a:t>
            </a:r>
            <a:endParaRPr lang="en-US" sz="1800" dirty="0">
              <a:solidFill>
                <a:srgbClr val="E8D5B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tema?</a:t>
            </a:r>
            <a:endParaRPr lang="en-US" sz="1800" dirty="0">
              <a:solidFill>
                <a:srgbClr val="E8D5B0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90488" y="2633472"/>
            <a:ext cx="2395728" cy="0"/>
          </a:xfrm>
          <a:prstGeom prst="line">
            <a:avLst/>
          </a:prstGeom>
          <a:noFill/>
          <a:ln w="9525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90488" y="2706624"/>
            <a:ext cx="2514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of Us foi um dos primeiros jogos que me mostrou que games podem contar histórias tão boas quanto filmes ou livros. </a:t>
            </a:r>
            <a:r>
              <a:rPr lang="en-US" sz="1150" dirty="0" err="1">
                <a:solidFill>
                  <a:srgbClr val="C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</a:t>
            </a:r>
            <a:r>
              <a:rPr lang="en-US" sz="1150" dirty="0">
                <a:solidFill>
                  <a:srgbClr val="C8D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site que mostre o quanto essa franquia é boa e profunda, para novos fãs e para quem já conhece.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498348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6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5 · Igualdade de Gênero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84166-9468-1246-1544-D184433F1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4B5EA3-DE8A-0068-6B06-21721B1874DA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883BA5-951A-763A-7BE0-5CC0AFE75A40}"/>
              </a:ext>
            </a:extLst>
          </p:cNvPr>
          <p:cNvSpPr/>
          <p:nvPr/>
        </p:nvSpPr>
        <p:spPr>
          <a:xfrm>
            <a:off x="32004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</a:t>
            </a:r>
            <a:r>
              <a:rPr lang="en-US" sz="3000" b="1" kern="0" spc="100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</a:t>
            </a:r>
            <a:r>
              <a:rPr lang="en-US" sz="3000" b="1" kern="0" spc="100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2E11D22-9289-6471-DFB3-1CBB52C9089A}"/>
              </a:ext>
            </a:extLst>
          </p:cNvPr>
          <p:cNvSpPr/>
          <p:nvPr/>
        </p:nvSpPr>
        <p:spPr>
          <a:xfrm>
            <a:off x="320040" y="850392"/>
            <a:ext cx="841248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32D8D62-28CD-6905-EDC9-27650AB27AE5}"/>
              </a:ext>
            </a:extLst>
          </p:cNvPr>
          <p:cNvSpPr/>
          <p:nvPr/>
        </p:nvSpPr>
        <p:spPr>
          <a:xfrm>
            <a:off x="320040" y="1005840"/>
            <a:ext cx="2057400" cy="3794760"/>
          </a:xfrm>
          <a:prstGeom prst="rect">
            <a:avLst/>
          </a:prstGeom>
          <a:solidFill>
            <a:srgbClr val="111A0F"/>
          </a:solidFill>
          <a:ln w="19050">
            <a:solidFill>
              <a:srgbClr val="8B3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8A9CFEC-41E4-EF46-852E-17DDFDE34B24}"/>
              </a:ext>
            </a:extLst>
          </p:cNvPr>
          <p:cNvSpPr/>
          <p:nvPr/>
        </p:nvSpPr>
        <p:spPr>
          <a:xfrm>
            <a:off x="320040" y="1005840"/>
            <a:ext cx="2057400" cy="73152"/>
          </a:xfrm>
          <a:prstGeom prst="rect">
            <a:avLst/>
          </a:prstGeom>
          <a:solidFill>
            <a:srgbClr val="8B3A1E"/>
          </a:solidFill>
          <a:ln w="12700">
            <a:solidFill>
              <a:srgbClr val="8B3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C237C43-2051-BAD3-527E-E44E0A4FBD84}"/>
              </a:ext>
            </a:extLst>
          </p:cNvPr>
          <p:cNvSpPr/>
          <p:nvPr/>
        </p:nvSpPr>
        <p:spPr>
          <a:xfrm>
            <a:off x="1609344" y="1078992"/>
            <a:ext cx="768096" cy="292608"/>
          </a:xfrm>
          <a:prstGeom prst="rect">
            <a:avLst/>
          </a:prstGeom>
          <a:solidFill>
            <a:srgbClr val="8B3A1E">
              <a:alpha val="30000"/>
            </a:srgbClr>
          </a:solidFill>
          <a:ln w="12700">
            <a:solidFill>
              <a:srgbClr val="8B3A1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05D04A-E6C4-7BA3-8FBB-DC3D57AAE6C5}"/>
              </a:ext>
            </a:extLst>
          </p:cNvPr>
          <p:cNvSpPr/>
          <p:nvPr/>
        </p:nvSpPr>
        <p:spPr>
          <a:xfrm>
            <a:off x="1554480" y="10875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6A177C-7511-9974-17DE-B8BED2DA4BBE}"/>
              </a:ext>
            </a:extLst>
          </p:cNvPr>
          <p:cNvSpPr/>
          <p:nvPr/>
        </p:nvSpPr>
        <p:spPr>
          <a:xfrm>
            <a:off x="411480" y="1111693"/>
            <a:ext cx="14095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</a:t>
            </a:r>
            <a:r>
              <a:rPr lang="en-US" sz="12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Banco de Dados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CC9FC99-6DD0-1794-CBC4-7F8E810DAD29}"/>
              </a:ext>
            </a:extLst>
          </p:cNvPr>
          <p:cNvSpPr/>
          <p:nvPr/>
        </p:nvSpPr>
        <p:spPr>
          <a:xfrm>
            <a:off x="411480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 </a:t>
            </a:r>
            <a:r>
              <a:rPr lang="en-US" sz="1000" i="1" dirty="0" err="1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r>
              <a:rPr lang="en-US" sz="1000" i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F591014-6F6D-01D8-620C-B2CE6DBDC8A3}"/>
              </a:ext>
            </a:extLst>
          </p:cNvPr>
          <p:cNvSpPr/>
          <p:nvPr/>
        </p:nvSpPr>
        <p:spPr>
          <a:xfrm>
            <a:off x="411480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Quiz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F8FE913-AD71-BDC2-55C2-194B2FAAA862}"/>
              </a:ext>
            </a:extLst>
          </p:cNvPr>
          <p:cNvSpPr/>
          <p:nvPr/>
        </p:nvSpPr>
        <p:spPr>
          <a:xfrm>
            <a:off x="411480" y="2267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para N 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B295239-0FC2-6755-5728-D38E72FB3553}"/>
              </a:ext>
            </a:extLst>
          </p:cNvPr>
          <p:cNvSpPr/>
          <p:nvPr/>
        </p:nvSpPr>
        <p:spPr>
          <a:xfrm>
            <a:off x="411480" y="2615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3036E42-21C2-B941-21AF-9545F0BF5E63}"/>
              </a:ext>
            </a:extLst>
          </p:cNvPr>
          <p:cNvSpPr/>
          <p:nvPr/>
        </p:nvSpPr>
        <p:spPr>
          <a:xfrm>
            <a:off x="411480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652D18F-444F-6113-5AC4-7973CB4DE701}"/>
              </a:ext>
            </a:extLst>
          </p:cNvPr>
          <p:cNvSpPr/>
          <p:nvPr/>
        </p:nvSpPr>
        <p:spPr>
          <a:xfrm>
            <a:off x="411480" y="3364992"/>
            <a:ext cx="187452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55F9DA6-C996-0154-0BF8-33B7B1C4985E}"/>
              </a:ext>
            </a:extLst>
          </p:cNvPr>
          <p:cNvSpPr/>
          <p:nvPr/>
        </p:nvSpPr>
        <p:spPr>
          <a:xfrm>
            <a:off x="411480" y="345643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do Sistema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registrar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quiz.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846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DDAE7-C554-0D22-5218-4418CD29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204A67-B0B5-9BB4-B53D-43C2092F5F41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415AAE-07EE-8C8B-7ABD-8C1023DFE5ED}"/>
              </a:ext>
            </a:extLst>
          </p:cNvPr>
          <p:cNvSpPr/>
          <p:nvPr/>
        </p:nvSpPr>
        <p:spPr>
          <a:xfrm>
            <a:off x="32004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</a:t>
            </a:r>
            <a:r>
              <a:rPr lang="en-US" sz="3000" b="1" kern="0" spc="100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</a:t>
            </a:r>
            <a:r>
              <a:rPr lang="en-US" sz="3000" b="1" kern="0" spc="100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BADAE9-C1BF-5B44-04C9-B7CE8888C6B8}"/>
              </a:ext>
            </a:extLst>
          </p:cNvPr>
          <p:cNvSpPr/>
          <p:nvPr/>
        </p:nvSpPr>
        <p:spPr>
          <a:xfrm>
            <a:off x="320040" y="850392"/>
            <a:ext cx="841248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B06B730-A93C-CFBE-343E-E83AE7240378}"/>
              </a:ext>
            </a:extLst>
          </p:cNvPr>
          <p:cNvSpPr/>
          <p:nvPr/>
        </p:nvSpPr>
        <p:spPr>
          <a:xfrm>
            <a:off x="320040" y="1005840"/>
            <a:ext cx="2057400" cy="3794760"/>
          </a:xfrm>
          <a:prstGeom prst="rect">
            <a:avLst/>
          </a:prstGeom>
          <a:solidFill>
            <a:srgbClr val="111A0F"/>
          </a:solidFill>
          <a:ln w="19050">
            <a:solidFill>
              <a:srgbClr val="8B3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6B37AA3-23DC-E6E7-8226-084177535698}"/>
              </a:ext>
            </a:extLst>
          </p:cNvPr>
          <p:cNvSpPr/>
          <p:nvPr/>
        </p:nvSpPr>
        <p:spPr>
          <a:xfrm>
            <a:off x="320040" y="1005840"/>
            <a:ext cx="2057400" cy="73152"/>
          </a:xfrm>
          <a:prstGeom prst="rect">
            <a:avLst/>
          </a:prstGeom>
          <a:solidFill>
            <a:srgbClr val="8B3A1E"/>
          </a:solidFill>
          <a:ln w="12700">
            <a:solidFill>
              <a:srgbClr val="8B3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449980-BC40-8DD5-5583-8EF5222EB3B4}"/>
              </a:ext>
            </a:extLst>
          </p:cNvPr>
          <p:cNvSpPr/>
          <p:nvPr/>
        </p:nvSpPr>
        <p:spPr>
          <a:xfrm>
            <a:off x="1609344" y="1078992"/>
            <a:ext cx="768096" cy="292608"/>
          </a:xfrm>
          <a:prstGeom prst="rect">
            <a:avLst/>
          </a:prstGeom>
          <a:solidFill>
            <a:srgbClr val="8B3A1E">
              <a:alpha val="30000"/>
            </a:srgbClr>
          </a:solidFill>
          <a:ln w="12700">
            <a:solidFill>
              <a:srgbClr val="8B3A1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1C53E1-8351-3DAD-BD05-B83CF383150E}"/>
              </a:ext>
            </a:extLst>
          </p:cNvPr>
          <p:cNvSpPr/>
          <p:nvPr/>
        </p:nvSpPr>
        <p:spPr>
          <a:xfrm>
            <a:off x="1554480" y="10875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3A48468-EFE6-37D1-D794-B6C7F555F5BF}"/>
              </a:ext>
            </a:extLst>
          </p:cNvPr>
          <p:cNvSpPr/>
          <p:nvPr/>
        </p:nvSpPr>
        <p:spPr>
          <a:xfrm>
            <a:off x="411480" y="1111693"/>
            <a:ext cx="14095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</a:t>
            </a:r>
            <a:r>
              <a:rPr lang="en-US" sz="12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Banco de Dados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9506BB4-DACF-7EE2-4644-908D21FD739D}"/>
              </a:ext>
            </a:extLst>
          </p:cNvPr>
          <p:cNvSpPr/>
          <p:nvPr/>
        </p:nvSpPr>
        <p:spPr>
          <a:xfrm>
            <a:off x="411480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 </a:t>
            </a:r>
            <a:r>
              <a:rPr lang="en-US" sz="1000" i="1" dirty="0" err="1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r>
              <a:rPr lang="en-US" sz="1000" i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B5DE619-E397-7152-8251-A55C5569617A}"/>
              </a:ext>
            </a:extLst>
          </p:cNvPr>
          <p:cNvSpPr/>
          <p:nvPr/>
        </p:nvSpPr>
        <p:spPr>
          <a:xfrm>
            <a:off x="411480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Quiz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001261A-54A0-6275-B259-C932177FB932}"/>
              </a:ext>
            </a:extLst>
          </p:cNvPr>
          <p:cNvSpPr/>
          <p:nvPr/>
        </p:nvSpPr>
        <p:spPr>
          <a:xfrm>
            <a:off x="411480" y="2267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para N 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3A17890-5D5E-2E14-7EE5-37F1B883BC31}"/>
              </a:ext>
            </a:extLst>
          </p:cNvPr>
          <p:cNvSpPr/>
          <p:nvPr/>
        </p:nvSpPr>
        <p:spPr>
          <a:xfrm>
            <a:off x="411480" y="2615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8E44E7E-021C-5558-6133-8C5F3E886182}"/>
              </a:ext>
            </a:extLst>
          </p:cNvPr>
          <p:cNvSpPr/>
          <p:nvPr/>
        </p:nvSpPr>
        <p:spPr>
          <a:xfrm>
            <a:off x="411480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438BD68-AFCE-E8A7-6C14-4F5E929744A9}"/>
              </a:ext>
            </a:extLst>
          </p:cNvPr>
          <p:cNvSpPr/>
          <p:nvPr/>
        </p:nvSpPr>
        <p:spPr>
          <a:xfrm>
            <a:off x="411480" y="3364992"/>
            <a:ext cx="187452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A6CDC9-B2CF-1051-038A-5E29850A5464}"/>
              </a:ext>
            </a:extLst>
          </p:cNvPr>
          <p:cNvSpPr/>
          <p:nvPr/>
        </p:nvSpPr>
        <p:spPr>
          <a:xfrm>
            <a:off x="411480" y="345643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do Sistema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registrar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quiz.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0AC02A6-0C45-A0DB-F3F9-9B18046E18E5}"/>
              </a:ext>
            </a:extLst>
          </p:cNvPr>
          <p:cNvSpPr/>
          <p:nvPr/>
        </p:nvSpPr>
        <p:spPr>
          <a:xfrm>
            <a:off x="2523744" y="1005840"/>
            <a:ext cx="2057400" cy="3794760"/>
          </a:xfrm>
          <a:prstGeom prst="rect">
            <a:avLst/>
          </a:prstGeom>
          <a:solidFill>
            <a:srgbClr val="111A0F"/>
          </a:solidFill>
          <a:ln w="19050">
            <a:solidFill>
              <a:srgbClr val="4A7C3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7AEC6B3-BD26-1ADC-194B-7DFC1165FE29}"/>
              </a:ext>
            </a:extLst>
          </p:cNvPr>
          <p:cNvSpPr/>
          <p:nvPr/>
        </p:nvSpPr>
        <p:spPr>
          <a:xfrm>
            <a:off x="2523744" y="1005840"/>
            <a:ext cx="2057400" cy="73152"/>
          </a:xfrm>
          <a:prstGeom prst="rect">
            <a:avLst/>
          </a:prstGeom>
          <a:solidFill>
            <a:srgbClr val="4A7C3F"/>
          </a:solidFill>
          <a:ln w="12700">
            <a:solidFill>
              <a:srgbClr val="4A7C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36AAF37-4FB1-6725-8284-689CAAA9504C}"/>
              </a:ext>
            </a:extLst>
          </p:cNvPr>
          <p:cNvSpPr/>
          <p:nvPr/>
        </p:nvSpPr>
        <p:spPr>
          <a:xfrm>
            <a:off x="3904488" y="1078992"/>
            <a:ext cx="676656" cy="292608"/>
          </a:xfrm>
          <a:prstGeom prst="rect">
            <a:avLst/>
          </a:prstGeom>
          <a:solidFill>
            <a:srgbClr val="4A7C3F">
              <a:alpha val="30000"/>
            </a:srgbClr>
          </a:solidFill>
          <a:ln w="12700">
            <a:solidFill>
              <a:srgbClr val="4A7C3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9BBFFEA-CA6A-DBF1-4C6E-349167717B36}"/>
              </a:ext>
            </a:extLst>
          </p:cNvPr>
          <p:cNvSpPr/>
          <p:nvPr/>
        </p:nvSpPr>
        <p:spPr>
          <a:xfrm>
            <a:off x="3952378" y="1078992"/>
            <a:ext cx="628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7C01652-5E97-A6A3-F649-8000BDA58373}"/>
              </a:ext>
            </a:extLst>
          </p:cNvPr>
          <p:cNvSpPr/>
          <p:nvPr/>
        </p:nvSpPr>
        <p:spPr>
          <a:xfrm>
            <a:off x="2615184" y="1097280"/>
            <a:ext cx="1337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+ Login/</a:t>
            </a:r>
            <a:r>
              <a:rPr lang="en-US" sz="1200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1B70190-446A-C02C-6E51-8BA250C6F207}"/>
              </a:ext>
            </a:extLst>
          </p:cNvPr>
          <p:cNvSpPr/>
          <p:nvPr/>
        </p:nvSpPr>
        <p:spPr>
          <a:xfrm>
            <a:off x="2615184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 </a:t>
            </a:r>
            <a:r>
              <a:rPr lang="en-US" sz="1000" i="1" dirty="0" err="1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DF31897-B278-4CFB-E55F-9C2F724F27DF}"/>
              </a:ext>
            </a:extLst>
          </p:cNvPr>
          <p:cNvSpPr/>
          <p:nvPr/>
        </p:nvSpPr>
        <p:spPr>
          <a:xfrm>
            <a:off x="2615184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do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C14E70D-0398-075F-18E7-8E66CE4D59DA}"/>
              </a:ext>
            </a:extLst>
          </p:cNvPr>
          <p:cNvSpPr/>
          <p:nvPr/>
        </p:nvSpPr>
        <p:spPr>
          <a:xfrm>
            <a:off x="2615184" y="2267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E31625A-CC15-DF6A-AA4C-1378BFF9D9D3}"/>
              </a:ext>
            </a:extLst>
          </p:cNvPr>
          <p:cNvSpPr/>
          <p:nvPr/>
        </p:nvSpPr>
        <p:spPr>
          <a:xfrm>
            <a:off x="2615184" y="2615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API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0B23DC2-BC50-BFC8-EF85-4AD1D298C903}"/>
              </a:ext>
            </a:extLst>
          </p:cNvPr>
          <p:cNvSpPr/>
          <p:nvPr/>
        </p:nvSpPr>
        <p:spPr>
          <a:xfrm>
            <a:off x="2615184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FD92551-7DC0-1771-35E7-1AA839BA87F8}"/>
              </a:ext>
            </a:extLst>
          </p:cNvPr>
          <p:cNvSpPr/>
          <p:nvPr/>
        </p:nvSpPr>
        <p:spPr>
          <a:xfrm>
            <a:off x="2615184" y="3364992"/>
            <a:ext cx="187452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041F558-F656-C0CA-BA0D-0EF828F6BA15}"/>
              </a:ext>
            </a:extLst>
          </p:cNvPr>
          <p:cNvSpPr/>
          <p:nvPr/>
        </p:nvSpPr>
        <p:spPr>
          <a:xfrm>
            <a:off x="2615184" y="345643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de entrada do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Conta com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um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2601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CB321-049B-AE43-130B-582BB8878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1F5FDA-6059-75EE-987E-F1AD0D6FA386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C95103-C66F-09CA-7800-4E81D1F37F2B}"/>
              </a:ext>
            </a:extLst>
          </p:cNvPr>
          <p:cNvSpPr/>
          <p:nvPr/>
        </p:nvSpPr>
        <p:spPr>
          <a:xfrm>
            <a:off x="32004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</a:t>
            </a:r>
            <a:r>
              <a:rPr lang="en-US" sz="3000" b="1" kern="0" spc="100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</a:t>
            </a:r>
            <a:r>
              <a:rPr lang="en-US" sz="3000" b="1" kern="0" spc="100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3246BF-48D8-F28C-6448-50C77026C475}"/>
              </a:ext>
            </a:extLst>
          </p:cNvPr>
          <p:cNvSpPr/>
          <p:nvPr/>
        </p:nvSpPr>
        <p:spPr>
          <a:xfrm>
            <a:off x="320040" y="850392"/>
            <a:ext cx="841248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49E0A23-C482-1B1B-CA1F-66D31F221679}"/>
              </a:ext>
            </a:extLst>
          </p:cNvPr>
          <p:cNvSpPr/>
          <p:nvPr/>
        </p:nvSpPr>
        <p:spPr>
          <a:xfrm>
            <a:off x="320040" y="1005840"/>
            <a:ext cx="2057400" cy="3794760"/>
          </a:xfrm>
          <a:prstGeom prst="rect">
            <a:avLst/>
          </a:prstGeom>
          <a:solidFill>
            <a:srgbClr val="111A0F"/>
          </a:solidFill>
          <a:ln w="19050">
            <a:solidFill>
              <a:srgbClr val="8B3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D7F5D0-1660-8F10-9602-89773C7222FE}"/>
              </a:ext>
            </a:extLst>
          </p:cNvPr>
          <p:cNvSpPr/>
          <p:nvPr/>
        </p:nvSpPr>
        <p:spPr>
          <a:xfrm>
            <a:off x="320040" y="1005840"/>
            <a:ext cx="2057400" cy="73152"/>
          </a:xfrm>
          <a:prstGeom prst="rect">
            <a:avLst/>
          </a:prstGeom>
          <a:solidFill>
            <a:srgbClr val="8B3A1E"/>
          </a:solidFill>
          <a:ln w="12700">
            <a:solidFill>
              <a:srgbClr val="8B3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629754A-F17D-FB5D-AE45-51736D6B8E91}"/>
              </a:ext>
            </a:extLst>
          </p:cNvPr>
          <p:cNvSpPr/>
          <p:nvPr/>
        </p:nvSpPr>
        <p:spPr>
          <a:xfrm>
            <a:off x="1609344" y="1078992"/>
            <a:ext cx="768096" cy="292608"/>
          </a:xfrm>
          <a:prstGeom prst="rect">
            <a:avLst/>
          </a:prstGeom>
          <a:solidFill>
            <a:srgbClr val="8B3A1E">
              <a:alpha val="30000"/>
            </a:srgbClr>
          </a:solidFill>
          <a:ln w="12700">
            <a:solidFill>
              <a:srgbClr val="8B3A1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0CEC78-6974-2F41-ADA4-4E57C45EC9D6}"/>
              </a:ext>
            </a:extLst>
          </p:cNvPr>
          <p:cNvSpPr/>
          <p:nvPr/>
        </p:nvSpPr>
        <p:spPr>
          <a:xfrm>
            <a:off x="1554480" y="10875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D2EC60-A8B8-11C5-45AC-D8D0046CBAE6}"/>
              </a:ext>
            </a:extLst>
          </p:cNvPr>
          <p:cNvSpPr/>
          <p:nvPr/>
        </p:nvSpPr>
        <p:spPr>
          <a:xfrm>
            <a:off x="411480" y="1111693"/>
            <a:ext cx="14095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</a:t>
            </a:r>
            <a:r>
              <a:rPr lang="en-US" sz="12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Banco de Dados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4E11EF0-7500-FFEA-11D1-9BB22DDEC108}"/>
              </a:ext>
            </a:extLst>
          </p:cNvPr>
          <p:cNvSpPr/>
          <p:nvPr/>
        </p:nvSpPr>
        <p:spPr>
          <a:xfrm>
            <a:off x="411480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 </a:t>
            </a:r>
            <a:r>
              <a:rPr lang="en-US" sz="1000" i="1" dirty="0" err="1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r>
              <a:rPr lang="en-US" sz="1000" i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087C2AD-AC56-B2E2-2807-D0A5470E7649}"/>
              </a:ext>
            </a:extLst>
          </p:cNvPr>
          <p:cNvSpPr/>
          <p:nvPr/>
        </p:nvSpPr>
        <p:spPr>
          <a:xfrm>
            <a:off x="411480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Quiz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270C9D0-0C75-EB81-D50E-5E5AAAF1EDB1}"/>
              </a:ext>
            </a:extLst>
          </p:cNvPr>
          <p:cNvSpPr/>
          <p:nvPr/>
        </p:nvSpPr>
        <p:spPr>
          <a:xfrm>
            <a:off x="411480" y="2267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para N 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CD761B1-003C-1D6F-7D62-42A62A6C0C26}"/>
              </a:ext>
            </a:extLst>
          </p:cNvPr>
          <p:cNvSpPr/>
          <p:nvPr/>
        </p:nvSpPr>
        <p:spPr>
          <a:xfrm>
            <a:off x="411480" y="2615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5251DC4-ED7F-640D-BBCB-1E7E0FA4284F}"/>
              </a:ext>
            </a:extLst>
          </p:cNvPr>
          <p:cNvSpPr/>
          <p:nvPr/>
        </p:nvSpPr>
        <p:spPr>
          <a:xfrm>
            <a:off x="411480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52355F5-E149-8AE2-9974-C8EF16812C7B}"/>
              </a:ext>
            </a:extLst>
          </p:cNvPr>
          <p:cNvSpPr/>
          <p:nvPr/>
        </p:nvSpPr>
        <p:spPr>
          <a:xfrm>
            <a:off x="411480" y="3364992"/>
            <a:ext cx="187452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1D3218-059C-EA9E-A58D-6386036C8F92}"/>
              </a:ext>
            </a:extLst>
          </p:cNvPr>
          <p:cNvSpPr/>
          <p:nvPr/>
        </p:nvSpPr>
        <p:spPr>
          <a:xfrm>
            <a:off x="411480" y="345643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do Sistema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registrar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quiz.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84CF773-1C33-DB73-778C-2E3E54E92C23}"/>
              </a:ext>
            </a:extLst>
          </p:cNvPr>
          <p:cNvSpPr/>
          <p:nvPr/>
        </p:nvSpPr>
        <p:spPr>
          <a:xfrm>
            <a:off x="2523744" y="1005840"/>
            <a:ext cx="2057400" cy="3794760"/>
          </a:xfrm>
          <a:prstGeom prst="rect">
            <a:avLst/>
          </a:prstGeom>
          <a:solidFill>
            <a:srgbClr val="111A0F"/>
          </a:solidFill>
          <a:ln w="19050">
            <a:solidFill>
              <a:srgbClr val="4A7C3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A869D38-06BA-E520-2EBB-C1A0218FACA9}"/>
              </a:ext>
            </a:extLst>
          </p:cNvPr>
          <p:cNvSpPr/>
          <p:nvPr/>
        </p:nvSpPr>
        <p:spPr>
          <a:xfrm>
            <a:off x="2523744" y="1005840"/>
            <a:ext cx="2057400" cy="73152"/>
          </a:xfrm>
          <a:prstGeom prst="rect">
            <a:avLst/>
          </a:prstGeom>
          <a:solidFill>
            <a:srgbClr val="4A7C3F"/>
          </a:solidFill>
          <a:ln w="12700">
            <a:solidFill>
              <a:srgbClr val="4A7C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E602CE5-259E-216D-5168-DFD8E1312F57}"/>
              </a:ext>
            </a:extLst>
          </p:cNvPr>
          <p:cNvSpPr/>
          <p:nvPr/>
        </p:nvSpPr>
        <p:spPr>
          <a:xfrm>
            <a:off x="3904488" y="1078992"/>
            <a:ext cx="676656" cy="292608"/>
          </a:xfrm>
          <a:prstGeom prst="rect">
            <a:avLst/>
          </a:prstGeom>
          <a:solidFill>
            <a:srgbClr val="4A7C3F">
              <a:alpha val="30000"/>
            </a:srgbClr>
          </a:solidFill>
          <a:ln w="12700">
            <a:solidFill>
              <a:srgbClr val="4A7C3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C7F1B37-899F-7EDC-AAF6-1682A818BFD3}"/>
              </a:ext>
            </a:extLst>
          </p:cNvPr>
          <p:cNvSpPr/>
          <p:nvPr/>
        </p:nvSpPr>
        <p:spPr>
          <a:xfrm>
            <a:off x="3952378" y="1078992"/>
            <a:ext cx="628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87B750E-64EF-0640-7519-F5A69EB296DC}"/>
              </a:ext>
            </a:extLst>
          </p:cNvPr>
          <p:cNvSpPr/>
          <p:nvPr/>
        </p:nvSpPr>
        <p:spPr>
          <a:xfrm>
            <a:off x="2615184" y="1097280"/>
            <a:ext cx="1337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+ Login/</a:t>
            </a:r>
            <a:r>
              <a:rPr lang="en-US" sz="1200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AD2AABF-D69A-CFCF-831E-08A8D34074BB}"/>
              </a:ext>
            </a:extLst>
          </p:cNvPr>
          <p:cNvSpPr/>
          <p:nvPr/>
        </p:nvSpPr>
        <p:spPr>
          <a:xfrm>
            <a:off x="2615184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 </a:t>
            </a:r>
            <a:r>
              <a:rPr lang="en-US" sz="1000" i="1" dirty="0" err="1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72B8D73-D459-7093-3C22-BABB18B410B0}"/>
              </a:ext>
            </a:extLst>
          </p:cNvPr>
          <p:cNvSpPr/>
          <p:nvPr/>
        </p:nvSpPr>
        <p:spPr>
          <a:xfrm>
            <a:off x="2615184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do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1B4BBD5-8821-58C1-476D-79A37CC97C3F}"/>
              </a:ext>
            </a:extLst>
          </p:cNvPr>
          <p:cNvSpPr/>
          <p:nvPr/>
        </p:nvSpPr>
        <p:spPr>
          <a:xfrm>
            <a:off x="2615184" y="2267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1124D0B-A214-FBE4-304B-08FF4D061B36}"/>
              </a:ext>
            </a:extLst>
          </p:cNvPr>
          <p:cNvSpPr/>
          <p:nvPr/>
        </p:nvSpPr>
        <p:spPr>
          <a:xfrm>
            <a:off x="2615184" y="2615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API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8623179-C334-DC4F-7344-DA6FA02D4DF2}"/>
              </a:ext>
            </a:extLst>
          </p:cNvPr>
          <p:cNvSpPr/>
          <p:nvPr/>
        </p:nvSpPr>
        <p:spPr>
          <a:xfrm>
            <a:off x="2615184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71F52A5-757E-9236-F61B-95B65167612B}"/>
              </a:ext>
            </a:extLst>
          </p:cNvPr>
          <p:cNvSpPr/>
          <p:nvPr/>
        </p:nvSpPr>
        <p:spPr>
          <a:xfrm>
            <a:off x="2615184" y="3364992"/>
            <a:ext cx="187452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1FFC272-9BAA-4D9B-3800-790E1FE83453}"/>
              </a:ext>
            </a:extLst>
          </p:cNvPr>
          <p:cNvSpPr/>
          <p:nvPr/>
        </p:nvSpPr>
        <p:spPr>
          <a:xfrm>
            <a:off x="2615184" y="345643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de entrada do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Conta com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um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9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1D75D01-8515-46D6-D3A3-992D23104E91}"/>
              </a:ext>
            </a:extLst>
          </p:cNvPr>
          <p:cNvSpPr/>
          <p:nvPr/>
        </p:nvSpPr>
        <p:spPr>
          <a:xfrm>
            <a:off x="4727448" y="1005840"/>
            <a:ext cx="2057400" cy="3794760"/>
          </a:xfrm>
          <a:prstGeom prst="rect">
            <a:avLst/>
          </a:prstGeom>
          <a:solidFill>
            <a:srgbClr val="111A0F"/>
          </a:solidFill>
          <a:ln w="19050">
            <a:solidFill>
              <a:srgbClr val="C49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2630662-2649-EED0-10FD-3A13F9F784CC}"/>
              </a:ext>
            </a:extLst>
          </p:cNvPr>
          <p:cNvSpPr/>
          <p:nvPr/>
        </p:nvSpPr>
        <p:spPr>
          <a:xfrm>
            <a:off x="4727448" y="1005840"/>
            <a:ext cx="2057400" cy="73152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CA02829-25FD-B1A4-C1F6-501A0EEEC884}"/>
              </a:ext>
            </a:extLst>
          </p:cNvPr>
          <p:cNvSpPr/>
          <p:nvPr/>
        </p:nvSpPr>
        <p:spPr>
          <a:xfrm>
            <a:off x="5870448" y="1078992"/>
            <a:ext cx="914400" cy="292608"/>
          </a:xfrm>
          <a:prstGeom prst="rect">
            <a:avLst/>
          </a:prstGeom>
          <a:solidFill>
            <a:srgbClr val="C49A2A">
              <a:alpha val="30000"/>
            </a:srgbClr>
          </a:solidFill>
          <a:ln w="12700">
            <a:solidFill>
              <a:srgbClr val="C49A2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C99011A-292D-CA95-2723-E807AD420580}"/>
              </a:ext>
            </a:extLst>
          </p:cNvPr>
          <p:cNvSpPr/>
          <p:nvPr/>
        </p:nvSpPr>
        <p:spPr>
          <a:xfrm>
            <a:off x="5870448" y="1078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Box</a:t>
            </a:r>
            <a:endParaRPr lang="en-US" sz="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F1B5A51-899F-7CD8-B0C4-7228775B1D61}"/>
              </a:ext>
            </a:extLst>
          </p:cNvPr>
          <p:cNvSpPr/>
          <p:nvPr/>
        </p:nvSpPr>
        <p:spPr>
          <a:xfrm>
            <a:off x="4818888" y="1097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Máquina</a:t>
            </a:r>
            <a:r>
              <a:rPr lang="en-US" sz="13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Virtual</a:t>
            </a:r>
            <a:endParaRPr lang="en-US" sz="13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DFC46E7-FFAF-57C8-3EDA-3D8D66E77BB4}"/>
              </a:ext>
            </a:extLst>
          </p:cNvPr>
          <p:cNvSpPr/>
          <p:nvPr/>
        </p:nvSpPr>
        <p:spPr>
          <a:xfrm>
            <a:off x="4818888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 err="1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r>
              <a:rPr lang="en-US" sz="1000" i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i="1" dirty="0" err="1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0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D28AC8C-BC7B-F06B-7DDC-CDD9EFD49EAF}"/>
              </a:ext>
            </a:extLst>
          </p:cNvPr>
          <p:cNvSpPr/>
          <p:nvPr/>
        </p:nvSpPr>
        <p:spPr>
          <a:xfrm>
            <a:off x="4818888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(Linux Lubuntu)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DDFEC91-72E5-79AD-8D8E-D6E7290D10E5}"/>
              </a:ext>
            </a:extLst>
          </p:cNvPr>
          <p:cNvSpPr/>
          <p:nvPr/>
        </p:nvSpPr>
        <p:spPr>
          <a:xfrm>
            <a:off x="4818888" y="2267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673B4F3-EA49-C5C7-F34E-1F5FE2577992}"/>
              </a:ext>
            </a:extLst>
          </p:cNvPr>
          <p:cNvSpPr/>
          <p:nvPr/>
        </p:nvSpPr>
        <p:spPr>
          <a:xfrm>
            <a:off x="4818888" y="2615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Server MySQL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17B6327-6876-7BD3-6DAB-491762E84C0F}"/>
              </a:ext>
            </a:extLst>
          </p:cNvPr>
          <p:cNvSpPr/>
          <p:nvPr/>
        </p:nvSpPr>
        <p:spPr>
          <a:xfrm>
            <a:off x="4818888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0786C97-4D65-E095-90EC-BE18DFC9428B}"/>
              </a:ext>
            </a:extLst>
          </p:cNvPr>
          <p:cNvSpPr/>
          <p:nvPr/>
        </p:nvSpPr>
        <p:spPr>
          <a:xfrm>
            <a:off x="4818888" y="3364992"/>
            <a:ext cx="187452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94953A3-E673-395F-35DF-AB3678DF11ED}"/>
              </a:ext>
            </a:extLst>
          </p:cNvPr>
          <p:cNvSpPr/>
          <p:nvPr/>
        </p:nvSpPr>
        <p:spPr>
          <a:xfrm>
            <a:off x="4818888" y="345643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Utilização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VirtualBox para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virtual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atua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banco de dados (e/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9354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02FC4-9C4C-591C-E4BE-5B13DFBF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F72DB7-026C-80D2-4188-720CCF67E2A4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444837-7FCC-FCE8-ECF2-5F375D1DE733}"/>
              </a:ext>
            </a:extLst>
          </p:cNvPr>
          <p:cNvSpPr/>
          <p:nvPr/>
        </p:nvSpPr>
        <p:spPr>
          <a:xfrm>
            <a:off x="32004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</a:t>
            </a:r>
            <a:r>
              <a:rPr lang="en-US" sz="3000" b="1" kern="0" spc="100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</a:t>
            </a:r>
            <a:r>
              <a:rPr lang="en-US" sz="3000" b="1" kern="0" spc="100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C7ACE1-0CC5-8E8F-9056-E5C9813407E9}"/>
              </a:ext>
            </a:extLst>
          </p:cNvPr>
          <p:cNvSpPr/>
          <p:nvPr/>
        </p:nvSpPr>
        <p:spPr>
          <a:xfrm>
            <a:off x="320040" y="850392"/>
            <a:ext cx="841248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C1C734-A6FA-858F-3D28-AEB058AC14E8}"/>
              </a:ext>
            </a:extLst>
          </p:cNvPr>
          <p:cNvSpPr/>
          <p:nvPr/>
        </p:nvSpPr>
        <p:spPr>
          <a:xfrm>
            <a:off x="320040" y="1005840"/>
            <a:ext cx="2057400" cy="3794760"/>
          </a:xfrm>
          <a:prstGeom prst="rect">
            <a:avLst/>
          </a:prstGeom>
          <a:solidFill>
            <a:srgbClr val="111A0F"/>
          </a:solidFill>
          <a:ln w="19050">
            <a:solidFill>
              <a:srgbClr val="8B3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72EF2F7-8D8C-E623-B5E3-215A880EB37F}"/>
              </a:ext>
            </a:extLst>
          </p:cNvPr>
          <p:cNvSpPr/>
          <p:nvPr/>
        </p:nvSpPr>
        <p:spPr>
          <a:xfrm>
            <a:off x="320040" y="1005840"/>
            <a:ext cx="2057400" cy="73152"/>
          </a:xfrm>
          <a:prstGeom prst="rect">
            <a:avLst/>
          </a:prstGeom>
          <a:solidFill>
            <a:srgbClr val="8B3A1E"/>
          </a:solidFill>
          <a:ln w="12700">
            <a:solidFill>
              <a:srgbClr val="8B3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D2A24E-F6B3-4B43-4D96-0608E4485179}"/>
              </a:ext>
            </a:extLst>
          </p:cNvPr>
          <p:cNvSpPr/>
          <p:nvPr/>
        </p:nvSpPr>
        <p:spPr>
          <a:xfrm>
            <a:off x="1609344" y="1078992"/>
            <a:ext cx="768096" cy="292608"/>
          </a:xfrm>
          <a:prstGeom prst="rect">
            <a:avLst/>
          </a:prstGeom>
          <a:solidFill>
            <a:srgbClr val="8B3A1E">
              <a:alpha val="30000"/>
            </a:srgbClr>
          </a:solidFill>
          <a:ln w="12700">
            <a:solidFill>
              <a:srgbClr val="8B3A1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CAD452-C583-D37D-B77C-5E320CD30663}"/>
              </a:ext>
            </a:extLst>
          </p:cNvPr>
          <p:cNvSpPr/>
          <p:nvPr/>
        </p:nvSpPr>
        <p:spPr>
          <a:xfrm>
            <a:off x="1554480" y="10875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DA950FF-C32E-A299-124B-78958B472DA0}"/>
              </a:ext>
            </a:extLst>
          </p:cNvPr>
          <p:cNvSpPr/>
          <p:nvPr/>
        </p:nvSpPr>
        <p:spPr>
          <a:xfrm>
            <a:off x="411480" y="1111693"/>
            <a:ext cx="14095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Modelagem</a:t>
            </a:r>
            <a:r>
              <a:rPr lang="en-US" sz="12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Banco de Dados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E9C296-C8D1-499B-6222-37EDAAE499B8}"/>
              </a:ext>
            </a:extLst>
          </p:cNvPr>
          <p:cNvSpPr/>
          <p:nvPr/>
        </p:nvSpPr>
        <p:spPr>
          <a:xfrm>
            <a:off x="411480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 </a:t>
            </a:r>
            <a:r>
              <a:rPr lang="en-US" sz="1000" i="1" dirty="0" err="1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r>
              <a:rPr lang="en-US" sz="1000" i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95AEE85-EAC6-7913-CBC5-DAB907366E2C}"/>
              </a:ext>
            </a:extLst>
          </p:cNvPr>
          <p:cNvSpPr/>
          <p:nvPr/>
        </p:nvSpPr>
        <p:spPr>
          <a:xfrm>
            <a:off x="411480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Quiz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9B6A407-45A1-4DC6-EBDB-35F02C9FCB8C}"/>
              </a:ext>
            </a:extLst>
          </p:cNvPr>
          <p:cNvSpPr/>
          <p:nvPr/>
        </p:nvSpPr>
        <p:spPr>
          <a:xfrm>
            <a:off x="411480" y="2267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para N 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DD13DD7-A652-5D14-A691-F041F82D858C}"/>
              </a:ext>
            </a:extLst>
          </p:cNvPr>
          <p:cNvSpPr/>
          <p:nvPr/>
        </p:nvSpPr>
        <p:spPr>
          <a:xfrm>
            <a:off x="411480" y="2615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918F064-E92C-F0C6-8164-FFD214ECC9A8}"/>
              </a:ext>
            </a:extLst>
          </p:cNvPr>
          <p:cNvSpPr/>
          <p:nvPr/>
        </p:nvSpPr>
        <p:spPr>
          <a:xfrm>
            <a:off x="411480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EE4B2B3-A8E9-2922-E57A-D039FA86251B}"/>
              </a:ext>
            </a:extLst>
          </p:cNvPr>
          <p:cNvSpPr/>
          <p:nvPr/>
        </p:nvSpPr>
        <p:spPr>
          <a:xfrm>
            <a:off x="411480" y="3364992"/>
            <a:ext cx="187452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CC4BA6A-62E7-0994-AE21-A6B9FBB5A118}"/>
              </a:ext>
            </a:extLst>
          </p:cNvPr>
          <p:cNvSpPr/>
          <p:nvPr/>
        </p:nvSpPr>
        <p:spPr>
          <a:xfrm>
            <a:off x="411480" y="345643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do Sistema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registrar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quiz.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D526199-4441-CFD2-D6D7-800A6F722BB3}"/>
              </a:ext>
            </a:extLst>
          </p:cNvPr>
          <p:cNvSpPr/>
          <p:nvPr/>
        </p:nvSpPr>
        <p:spPr>
          <a:xfrm>
            <a:off x="2523744" y="1005840"/>
            <a:ext cx="2057400" cy="3794760"/>
          </a:xfrm>
          <a:prstGeom prst="rect">
            <a:avLst/>
          </a:prstGeom>
          <a:solidFill>
            <a:srgbClr val="111A0F"/>
          </a:solidFill>
          <a:ln w="19050">
            <a:solidFill>
              <a:srgbClr val="4A7C3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B52B466-8B62-9AFB-9CAA-C2FEDF892D4B}"/>
              </a:ext>
            </a:extLst>
          </p:cNvPr>
          <p:cNvSpPr/>
          <p:nvPr/>
        </p:nvSpPr>
        <p:spPr>
          <a:xfrm>
            <a:off x="2523744" y="1005840"/>
            <a:ext cx="2057400" cy="73152"/>
          </a:xfrm>
          <a:prstGeom prst="rect">
            <a:avLst/>
          </a:prstGeom>
          <a:solidFill>
            <a:srgbClr val="4A7C3F"/>
          </a:solidFill>
          <a:ln w="12700">
            <a:solidFill>
              <a:srgbClr val="4A7C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B1255FA-064C-4E8C-C7C3-AD0FE234A0ED}"/>
              </a:ext>
            </a:extLst>
          </p:cNvPr>
          <p:cNvSpPr/>
          <p:nvPr/>
        </p:nvSpPr>
        <p:spPr>
          <a:xfrm>
            <a:off x="3904488" y="1078992"/>
            <a:ext cx="676656" cy="292608"/>
          </a:xfrm>
          <a:prstGeom prst="rect">
            <a:avLst/>
          </a:prstGeom>
          <a:solidFill>
            <a:srgbClr val="4A7C3F">
              <a:alpha val="30000"/>
            </a:srgbClr>
          </a:solidFill>
          <a:ln w="12700">
            <a:solidFill>
              <a:srgbClr val="4A7C3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F2310B4-50EA-2692-EF0D-47720D5EECA1}"/>
              </a:ext>
            </a:extLst>
          </p:cNvPr>
          <p:cNvSpPr/>
          <p:nvPr/>
        </p:nvSpPr>
        <p:spPr>
          <a:xfrm>
            <a:off x="3952378" y="1078992"/>
            <a:ext cx="628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4899B6D-D1AF-ADF8-0908-A72D747BB712}"/>
              </a:ext>
            </a:extLst>
          </p:cNvPr>
          <p:cNvSpPr/>
          <p:nvPr/>
        </p:nvSpPr>
        <p:spPr>
          <a:xfrm>
            <a:off x="2615184" y="1097280"/>
            <a:ext cx="1337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+ Login/</a:t>
            </a:r>
            <a:r>
              <a:rPr lang="en-US" sz="1200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Cadastro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6448678-054F-7BF4-E334-3F7DA225ACC8}"/>
              </a:ext>
            </a:extLst>
          </p:cNvPr>
          <p:cNvSpPr/>
          <p:nvPr/>
        </p:nvSpPr>
        <p:spPr>
          <a:xfrm>
            <a:off x="2615184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 </a:t>
            </a:r>
            <a:r>
              <a:rPr lang="en-US" sz="1000" i="1" dirty="0" err="1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B6749E8-C8EB-526A-99A0-3FD3783D09FC}"/>
              </a:ext>
            </a:extLst>
          </p:cNvPr>
          <p:cNvSpPr/>
          <p:nvPr/>
        </p:nvSpPr>
        <p:spPr>
          <a:xfrm>
            <a:off x="2615184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do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BC0FE96-5426-B112-7EB3-0C76728B01C8}"/>
              </a:ext>
            </a:extLst>
          </p:cNvPr>
          <p:cNvSpPr/>
          <p:nvPr/>
        </p:nvSpPr>
        <p:spPr>
          <a:xfrm>
            <a:off x="2615184" y="2267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0681D9E-421F-AE0D-DAD2-28EBA4C7A2A6}"/>
              </a:ext>
            </a:extLst>
          </p:cNvPr>
          <p:cNvSpPr/>
          <p:nvPr/>
        </p:nvSpPr>
        <p:spPr>
          <a:xfrm>
            <a:off x="2615184" y="2615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API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8C4EA9B-06F3-7951-582E-8507F0244B4E}"/>
              </a:ext>
            </a:extLst>
          </p:cNvPr>
          <p:cNvSpPr/>
          <p:nvPr/>
        </p:nvSpPr>
        <p:spPr>
          <a:xfrm>
            <a:off x="2615184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8F758B6-2080-EC6B-F9B8-D05043393423}"/>
              </a:ext>
            </a:extLst>
          </p:cNvPr>
          <p:cNvSpPr/>
          <p:nvPr/>
        </p:nvSpPr>
        <p:spPr>
          <a:xfrm>
            <a:off x="2615184" y="3364992"/>
            <a:ext cx="187452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3AD172A-7F05-E378-6230-D98A300DE1E9}"/>
              </a:ext>
            </a:extLst>
          </p:cNvPr>
          <p:cNvSpPr/>
          <p:nvPr/>
        </p:nvSpPr>
        <p:spPr>
          <a:xfrm>
            <a:off x="2615184" y="345643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de entrada do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Conta com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um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9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8549A80-8079-5CE6-3012-74ACE413C680}"/>
              </a:ext>
            </a:extLst>
          </p:cNvPr>
          <p:cNvSpPr/>
          <p:nvPr/>
        </p:nvSpPr>
        <p:spPr>
          <a:xfrm>
            <a:off x="4727448" y="1005840"/>
            <a:ext cx="2057400" cy="3794760"/>
          </a:xfrm>
          <a:prstGeom prst="rect">
            <a:avLst/>
          </a:prstGeom>
          <a:solidFill>
            <a:srgbClr val="111A0F"/>
          </a:solidFill>
          <a:ln w="19050">
            <a:solidFill>
              <a:srgbClr val="C49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297EDDE-4FDD-A847-A670-4F8A39B46CD6}"/>
              </a:ext>
            </a:extLst>
          </p:cNvPr>
          <p:cNvSpPr/>
          <p:nvPr/>
        </p:nvSpPr>
        <p:spPr>
          <a:xfrm>
            <a:off x="4727448" y="1005840"/>
            <a:ext cx="2057400" cy="73152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953E67E-8300-B2C2-0A93-7098E70DD235}"/>
              </a:ext>
            </a:extLst>
          </p:cNvPr>
          <p:cNvSpPr/>
          <p:nvPr/>
        </p:nvSpPr>
        <p:spPr>
          <a:xfrm>
            <a:off x="5870448" y="1078992"/>
            <a:ext cx="914400" cy="292608"/>
          </a:xfrm>
          <a:prstGeom prst="rect">
            <a:avLst/>
          </a:prstGeom>
          <a:solidFill>
            <a:srgbClr val="C49A2A">
              <a:alpha val="30000"/>
            </a:srgbClr>
          </a:solidFill>
          <a:ln w="12700">
            <a:solidFill>
              <a:srgbClr val="C49A2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EEF6BB6-7898-5CD1-6CE1-AD14BBA1E8A4}"/>
              </a:ext>
            </a:extLst>
          </p:cNvPr>
          <p:cNvSpPr/>
          <p:nvPr/>
        </p:nvSpPr>
        <p:spPr>
          <a:xfrm>
            <a:off x="5870448" y="1078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Box</a:t>
            </a:r>
            <a:endParaRPr lang="en-US" sz="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2354C05-903B-4692-3121-889307FF941E}"/>
              </a:ext>
            </a:extLst>
          </p:cNvPr>
          <p:cNvSpPr/>
          <p:nvPr/>
        </p:nvSpPr>
        <p:spPr>
          <a:xfrm>
            <a:off x="4818888" y="1097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Máquina</a:t>
            </a:r>
            <a:r>
              <a:rPr lang="en-US" sz="13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Virtual</a:t>
            </a:r>
            <a:endParaRPr lang="en-US" sz="13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A1C1AC2-53C7-3AA1-5CA0-E8E37FDAAFA3}"/>
              </a:ext>
            </a:extLst>
          </p:cNvPr>
          <p:cNvSpPr/>
          <p:nvPr/>
        </p:nvSpPr>
        <p:spPr>
          <a:xfrm>
            <a:off x="4818888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 err="1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r>
              <a:rPr lang="en-US" sz="1000" i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i="1" dirty="0" err="1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0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0E347E2-53C3-06DB-C23B-1C4714409057}"/>
              </a:ext>
            </a:extLst>
          </p:cNvPr>
          <p:cNvSpPr/>
          <p:nvPr/>
        </p:nvSpPr>
        <p:spPr>
          <a:xfrm>
            <a:off x="4818888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(Linux Lubuntu)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5215BB2-BA38-6A4C-D424-BFB2D338B320}"/>
              </a:ext>
            </a:extLst>
          </p:cNvPr>
          <p:cNvSpPr/>
          <p:nvPr/>
        </p:nvSpPr>
        <p:spPr>
          <a:xfrm>
            <a:off x="4818888" y="2267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4D9D1B8-7950-FC8F-E6FB-5CE8CDCA59A5}"/>
              </a:ext>
            </a:extLst>
          </p:cNvPr>
          <p:cNvSpPr/>
          <p:nvPr/>
        </p:nvSpPr>
        <p:spPr>
          <a:xfrm>
            <a:off x="4818888" y="2615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Server MySQL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E0C687A-5CC5-DAA2-39D7-1E5E72C4EEDA}"/>
              </a:ext>
            </a:extLst>
          </p:cNvPr>
          <p:cNvSpPr/>
          <p:nvPr/>
        </p:nvSpPr>
        <p:spPr>
          <a:xfrm>
            <a:off x="4818888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D9CF7C2-5355-75B9-83FC-3D7CE081DF4E}"/>
              </a:ext>
            </a:extLst>
          </p:cNvPr>
          <p:cNvSpPr/>
          <p:nvPr/>
        </p:nvSpPr>
        <p:spPr>
          <a:xfrm>
            <a:off x="4818888" y="3364992"/>
            <a:ext cx="187452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849FCCB-496C-98B7-955B-57A23BA53A58}"/>
              </a:ext>
            </a:extLst>
          </p:cNvPr>
          <p:cNvSpPr/>
          <p:nvPr/>
        </p:nvSpPr>
        <p:spPr>
          <a:xfrm>
            <a:off x="4818888" y="345643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Utilização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VirtualBox para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virtual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atua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banco de dados (e/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6FA77037-6D94-A0B1-7867-A5D40A20D4E7}"/>
              </a:ext>
            </a:extLst>
          </p:cNvPr>
          <p:cNvSpPr/>
          <p:nvPr/>
        </p:nvSpPr>
        <p:spPr>
          <a:xfrm>
            <a:off x="6931152" y="1005840"/>
            <a:ext cx="2057400" cy="3794760"/>
          </a:xfrm>
          <a:prstGeom prst="rect">
            <a:avLst/>
          </a:prstGeom>
          <a:solidFill>
            <a:srgbClr val="111A0F"/>
          </a:solidFill>
          <a:ln w="19050">
            <a:solidFill>
              <a:srgbClr val="A8B8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9266623-D3EC-D5A9-483A-A9072B8535ED}"/>
              </a:ext>
            </a:extLst>
          </p:cNvPr>
          <p:cNvSpPr/>
          <p:nvPr/>
        </p:nvSpPr>
        <p:spPr>
          <a:xfrm>
            <a:off x="6931152" y="1005840"/>
            <a:ext cx="2057400" cy="73152"/>
          </a:xfrm>
          <a:prstGeom prst="rect">
            <a:avLst/>
          </a:prstGeom>
          <a:solidFill>
            <a:srgbClr val="A8B8A0"/>
          </a:solidFill>
          <a:ln w="12700">
            <a:solidFill>
              <a:srgbClr val="A8B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0980652F-4499-A3E3-6F44-43AF48846FB6}"/>
              </a:ext>
            </a:extLst>
          </p:cNvPr>
          <p:cNvSpPr/>
          <p:nvPr/>
        </p:nvSpPr>
        <p:spPr>
          <a:xfrm>
            <a:off x="8074152" y="1078992"/>
            <a:ext cx="914400" cy="292608"/>
          </a:xfrm>
          <a:prstGeom prst="rect">
            <a:avLst/>
          </a:prstGeom>
          <a:solidFill>
            <a:srgbClr val="A8B8A0">
              <a:alpha val="30000"/>
            </a:srgbClr>
          </a:solidFill>
          <a:ln w="12700">
            <a:solidFill>
              <a:srgbClr val="A8B8A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F783E24-D73F-23EC-03AE-C5CB1F56CE61}"/>
              </a:ext>
            </a:extLst>
          </p:cNvPr>
          <p:cNvSpPr/>
          <p:nvPr/>
        </p:nvSpPr>
        <p:spPr>
          <a:xfrm>
            <a:off x="8074152" y="1078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Gráficos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e KPIs</a:t>
            </a:r>
            <a:endParaRPr lang="en-US" sz="8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F72A582-04CA-CEBA-2262-44C75B6FD0DF}"/>
              </a:ext>
            </a:extLst>
          </p:cNvPr>
          <p:cNvSpPr/>
          <p:nvPr/>
        </p:nvSpPr>
        <p:spPr>
          <a:xfrm>
            <a:off x="7022592" y="1097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+ Dashboard</a:t>
            </a:r>
            <a:endParaRPr lang="en-US" sz="13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674D786-FE94-404B-6680-5D9D045AAF2E}"/>
              </a:ext>
            </a:extLst>
          </p:cNvPr>
          <p:cNvSpPr/>
          <p:nvPr/>
        </p:nvSpPr>
        <p:spPr>
          <a:xfrm>
            <a:off x="7022592" y="1572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Interatividade</a:t>
            </a:r>
            <a:r>
              <a:rPr lang="en-US" sz="1000" i="1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Dados</a:t>
            </a:r>
            <a:endParaRPr lang="en-US" sz="10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B4B9451-B9ED-E258-BAC7-4C55B1409E2D}"/>
              </a:ext>
            </a:extLst>
          </p:cNvPr>
          <p:cNvSpPr/>
          <p:nvPr/>
        </p:nvSpPr>
        <p:spPr>
          <a:xfrm>
            <a:off x="7022592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Interativo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</a:t>
            </a:r>
            <a:endParaRPr lang="en-US" sz="10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ECF8768-B7E8-2422-0906-AACF50907552}"/>
              </a:ext>
            </a:extLst>
          </p:cNvPr>
          <p:cNvSpPr/>
          <p:nvPr/>
        </p:nvSpPr>
        <p:spPr>
          <a:xfrm>
            <a:off x="7022592" y="2267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via POST</a:t>
            </a:r>
            <a:endParaRPr lang="en-US" sz="10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DC6496F4-1D61-223A-88C8-08945E77B75F}"/>
              </a:ext>
            </a:extLst>
          </p:cNvPr>
          <p:cNvSpPr/>
          <p:nvPr/>
        </p:nvSpPr>
        <p:spPr>
          <a:xfrm>
            <a:off x="7022592" y="2615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Dinâmicos</a:t>
            </a:r>
            <a:endParaRPr lang="en-US" sz="10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A19609A-7289-FD39-D376-280B350A0A2F}"/>
              </a:ext>
            </a:extLst>
          </p:cNvPr>
          <p:cNvSpPr/>
          <p:nvPr/>
        </p:nvSpPr>
        <p:spPr>
          <a:xfrm>
            <a:off x="7022592" y="2962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0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 Real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D78E196C-CB46-B6EA-A099-C23C247C76C4}"/>
              </a:ext>
            </a:extLst>
          </p:cNvPr>
          <p:cNvSpPr/>
          <p:nvPr/>
        </p:nvSpPr>
        <p:spPr>
          <a:xfrm>
            <a:off x="7022592" y="3364992"/>
            <a:ext cx="1874520" cy="27432"/>
          </a:xfrm>
          <a:prstGeom prst="rect">
            <a:avLst/>
          </a:prstGeom>
          <a:solidFill>
            <a:srgbClr val="1E3318"/>
          </a:solidFill>
          <a:ln w="12700">
            <a:solidFill>
              <a:srgbClr val="1E3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277DD688-103D-EBDC-3BC9-9FA3D7F33AB4}"/>
              </a:ext>
            </a:extLst>
          </p:cNvPr>
          <p:cNvSpPr/>
          <p:nvPr/>
        </p:nvSpPr>
        <p:spPr>
          <a:xfrm>
            <a:off x="7022592" y="3456432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interativo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logados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respondem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teste e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alimentam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imediatamente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r>
              <a:rPr lang="en-US" sz="9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analítico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4687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4114800"/>
          </a:xfrm>
          <a:prstGeom prst="ellipse">
            <a:avLst/>
          </a:prstGeom>
          <a:solidFill>
            <a:srgbClr val="1E3318">
              <a:alpha val="15000"/>
            </a:srgbClr>
          </a:solidFill>
          <a:ln w="12700">
            <a:solidFill>
              <a:srgbClr val="1E331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i="1" dirty="0" err="1">
                <a:solidFill>
                  <a:srgbClr val="E8D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CB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Last of Us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of Us não é apenas sobre sobrevivência. É sobre o que nos </a:t>
            </a:r>
            <a:r>
              <a:rPr lang="en-US" sz="13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</a:t>
            </a:r>
            <a:r>
              <a:rPr lang="en-US" sz="13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humanos</a:t>
            </a:r>
            <a:r>
              <a:rPr lang="en-US" sz="1300" dirty="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amor, a perda, o sacrifício e as escolhas impossíveis que fazemos para proteger aqueles que amamos.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2D50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 · 2023–  ·  Baseado no jogo da Naughty Dog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805</Words>
  <Application>Microsoft Macintosh PowerPoint</Application>
  <PresentationFormat>On-screen Show (16:9)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Last of Us</dc:title>
  <dc:subject>PptxGenJS Presentation</dc:subject>
  <dc:creator>PptxGenJS</dc:creator>
  <cp:lastModifiedBy>PEDRO ROSARIO CARDOSO</cp:lastModifiedBy>
  <cp:revision>6</cp:revision>
  <dcterms:created xsi:type="dcterms:W3CDTF">2026-05-31T23:10:08Z</dcterms:created>
  <dcterms:modified xsi:type="dcterms:W3CDTF">2026-06-01T03:00:48Z</dcterms:modified>
</cp:coreProperties>
</file>